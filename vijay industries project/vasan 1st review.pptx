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 Bold" charset="1" panose="020B0803030501040103"/>
      <p:regular r:id="rId13"/>
    </p:embeddedFont>
    <p:embeddedFont>
      <p:font typeface="Open Sauce" charset="1" panose="00000500000000000000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1666" y="482811"/>
            <a:ext cx="17304668" cy="9321378"/>
            <a:chOff x="0" y="0"/>
            <a:chExt cx="3341813" cy="1800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1813" cy="1800110"/>
            </a:xfrm>
            <a:custGeom>
              <a:avLst/>
              <a:gdLst/>
              <a:ahLst/>
              <a:cxnLst/>
              <a:rect r="r" b="b" t="t" l="l"/>
              <a:pathLst>
                <a:path h="1800110" w="3341813">
                  <a:moveTo>
                    <a:pt x="0" y="0"/>
                  </a:moveTo>
                  <a:lnTo>
                    <a:pt x="3341813" y="0"/>
                  </a:lnTo>
                  <a:lnTo>
                    <a:pt x="3341813" y="1800110"/>
                  </a:lnTo>
                  <a:lnTo>
                    <a:pt x="0" y="1800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341813" cy="1819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1666" y="482811"/>
            <a:ext cx="7539818" cy="2111149"/>
          </a:xfrm>
          <a:custGeom>
            <a:avLst/>
            <a:gdLst/>
            <a:ahLst/>
            <a:cxnLst/>
            <a:rect r="r" b="b" t="t" l="l"/>
            <a:pathLst>
              <a:path h="2111149" w="7539818">
                <a:moveTo>
                  <a:pt x="0" y="0"/>
                </a:moveTo>
                <a:lnTo>
                  <a:pt x="7539818" y="0"/>
                </a:lnTo>
                <a:lnTo>
                  <a:pt x="7539818" y="2111149"/>
                </a:lnTo>
                <a:lnTo>
                  <a:pt x="0" y="2111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37135" y="3447415"/>
            <a:ext cx="11213729" cy="169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Voice Tool For Deaf And Hearing </a:t>
            </a:r>
          </a:p>
          <a:p>
            <a:pPr algn="ctr">
              <a:lnSpc>
                <a:spcPts val="675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Communities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8882" y="6302794"/>
            <a:ext cx="4085379" cy="305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6"/>
              </a:lnSpc>
            </a:pPr>
            <a:r>
              <a:rPr lang="en-US" sz="43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ctr">
              <a:lnSpc>
                <a:spcPts val="6076"/>
              </a:lnSpc>
            </a:pPr>
            <a:r>
              <a:rPr lang="en-US" sz="43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Keerthivasan S </a:t>
            </a:r>
          </a:p>
          <a:p>
            <a:pPr algn="l">
              <a:lnSpc>
                <a:spcPts val="6076"/>
              </a:lnSpc>
            </a:pPr>
            <a:r>
              <a:rPr lang="en-US" sz="43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23106091</a:t>
            </a:r>
          </a:p>
          <a:p>
            <a:pPr algn="l">
              <a:lnSpc>
                <a:spcPts val="6076"/>
              </a:lnSpc>
              <a:spcBef>
                <a:spcPct val="0"/>
              </a:spcBef>
            </a:pPr>
            <a:r>
              <a:rPr lang="en-US" sz="43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Bsc cs shift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3596" y="7201043"/>
            <a:ext cx="6295704" cy="215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3"/>
              </a:lnSpc>
            </a:pPr>
            <a:r>
              <a:rPr lang="en-US" sz="40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Dr.</a:t>
            </a:r>
            <a:r>
              <a:rPr lang="en-US" sz="4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N.Mahendiran</a:t>
            </a:r>
          </a:p>
          <a:p>
            <a:pPr algn="l">
              <a:lnSpc>
                <a:spcPts val="5703"/>
              </a:lnSpc>
            </a:pPr>
            <a:r>
              <a:rPr lang="en-US" sz="4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Assistant professor.   </a:t>
            </a:r>
          </a:p>
          <a:p>
            <a:pPr algn="l">
              <a:lnSpc>
                <a:spcPts val="5703"/>
              </a:lnSpc>
            </a:pPr>
            <a:r>
              <a:rPr lang="en-US" sz="4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srcas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81663" y="1950326"/>
            <a:ext cx="13645522" cy="730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4"/>
              </a:lnSpc>
            </a:pPr>
          </a:p>
          <a:p>
            <a:pPr algn="just">
              <a:lnSpc>
                <a:spcPts val="3664"/>
              </a:lnSpc>
            </a:pPr>
          </a:p>
          <a:p>
            <a:pPr algn="just">
              <a:lnSpc>
                <a:spcPts val="3664"/>
              </a:lnSpc>
              <a:spcBef>
                <a:spcPct val="0"/>
              </a:spcBef>
            </a:pPr>
            <a:r>
              <a:rPr lang="en-US" sz="281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project presents a Voice-to-Sign Language Translator that converts spoken English into corresponding sign language gestures using a curated word-level sign language video dataset. The system is designed to bridge communication gaps between hearing individuals and the Deaf community by enabling real-time translation of voice commands into sign language animations. The application integrates a speech recognition module to accurately transcribe spoken words, followed by a gloss-matching engine that identifies the appropriate sign videos from the dataset. The selected sign videos are then displayed instantly on a web-based chatbot-style interface, ensuring smooth and natural interaction. The system avoids storing video outputs on the server, focusing instead on efficient streaming for enhanced performance. This work demonstrates a practical, scalable, and accessible approach to assistive communication technology, showcasing the potential of AI-driven multimodal translation tools in inclusive digital environments.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6648" y="1487728"/>
            <a:ext cx="29355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2879" y="2345853"/>
            <a:ext cx="15458017" cy="614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communication systems between hearing and non-hearing individuals are limited in the following ways: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real-time translation between speech and sign language.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Many tools rely only on text-to-sign, not voice-to-sign.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apps often use GIF-based or low-quality sign animations, lacking accurate SL gesture mapping.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interpretation through human sign-language interpreters is required in many scenarios.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Most available systems do not utilize large datasets like WLSL, which contains thousands of SL videos.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Limited accessibility tools for education, hospitals, classrooms, and public communication.</a:t>
            </a:r>
          </a:p>
          <a:p>
            <a:pPr algn="l">
              <a:lnSpc>
                <a:spcPts val="2859"/>
              </a:lnSpc>
            </a:pPr>
          </a:p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These limitations highlight the need for a more efficient and automated voice-to-sign translation system.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2879" y="933450"/>
            <a:ext cx="49829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8568" y="2726574"/>
            <a:ext cx="14530864" cy="614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proposed system provides an automated pipeline that: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Captures user’s voice through a microphone.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Converts speech to text using ASR (Automatic Speech Recognition) such as Google Speech API or Vosk.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Extracts keywords and matches them with corresponding glosses in the WLSL dataset.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Streams the sign-language videos instantly in the user interface without storing them on the backend.</a:t>
            </a: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</a:pP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Displays videos in a chatbot-style UI, making the system interactive and user-friendly.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8568" y="1273226"/>
            <a:ext cx="58951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31441" y="1811020"/>
            <a:ext cx="8611016" cy="761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Backend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Python 3.9+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FastAPI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uvicorn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Google Cloud Speech / Vosk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OpenCV (optional)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WLSL dataset (video files)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Frontend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HTML, CSS, JavaScript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MediaRecorder API for audio capture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Video streaming support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Tools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VS Code 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Browser (Chrome/Firefox)</a:t>
            </a:r>
          </a:p>
          <a:p>
            <a:pPr algn="l">
              <a:lnSpc>
                <a:spcPts val="1868"/>
              </a:lnSpc>
            </a:pPr>
          </a:p>
          <a:p>
            <a:pPr algn="l">
              <a:lnSpc>
                <a:spcPts val="1868"/>
              </a:lnSpc>
              <a:spcBef>
                <a:spcPct val="0"/>
              </a:spcBef>
            </a:pPr>
            <a:r>
              <a:rPr lang="en-US" sz="14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Postman (optional, for API testing)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1441" y="933450"/>
            <a:ext cx="757957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requirements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65521" y="1965021"/>
            <a:ext cx="6356958" cy="7293279"/>
          </a:xfrm>
          <a:custGeom>
            <a:avLst/>
            <a:gdLst/>
            <a:ahLst/>
            <a:cxnLst/>
            <a:rect r="r" b="b" t="t" l="l"/>
            <a:pathLst>
              <a:path h="7293279" w="6356958">
                <a:moveTo>
                  <a:pt x="0" y="0"/>
                </a:moveTo>
                <a:lnTo>
                  <a:pt x="6356958" y="0"/>
                </a:lnTo>
                <a:lnTo>
                  <a:pt x="6356958" y="7293279"/>
                </a:lnTo>
                <a:lnTo>
                  <a:pt x="0" y="729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64" t="0" r="-736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65521" y="537527"/>
            <a:ext cx="59924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597" y="497060"/>
            <a:ext cx="17401653" cy="9289343"/>
            <a:chOff x="0" y="0"/>
            <a:chExt cx="3360542" cy="1793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0542" cy="1793923"/>
            </a:xfrm>
            <a:custGeom>
              <a:avLst/>
              <a:gdLst/>
              <a:ahLst/>
              <a:cxnLst/>
              <a:rect r="r" b="b" t="t" l="l"/>
              <a:pathLst>
                <a:path h="1793923" w="3360542">
                  <a:moveTo>
                    <a:pt x="0" y="0"/>
                  </a:moveTo>
                  <a:lnTo>
                    <a:pt x="3360542" y="0"/>
                  </a:lnTo>
                  <a:lnTo>
                    <a:pt x="3360542" y="1793923"/>
                  </a:lnTo>
                  <a:lnTo>
                    <a:pt x="0" y="17939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360542" cy="181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13306" y="3704342"/>
            <a:ext cx="11861389" cy="271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24"/>
              </a:lnSpc>
              <a:spcBef>
                <a:spcPct val="0"/>
              </a:spcBef>
            </a:pPr>
            <a:r>
              <a:rPr lang="en-US" b="true" sz="167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DAF1LQGQprU</dc:identifier>
  <dcterms:modified xsi:type="dcterms:W3CDTF">2011-08-01T06:04:30Z</dcterms:modified>
  <cp:revision>1</cp:revision>
  <dc:title>Grey minimalist business project presentation </dc:title>
</cp:coreProperties>
</file>